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E90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377440"/>
            <a:ext cx="1097280" cy="54864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24/7 Medical Support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body monitoring  •  Instant doctor access  •  Automatic emergency response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Patients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Doctors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1/14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10515600" cy="96012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019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1874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Delayed Medical Access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267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Patients struggle to reach doctors quickly, especially during off-hours and emergencies.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10515600" cy="96012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449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37360" y="3017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Continuous Monitoring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3410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 signs are only checked during visits — critical changes between appointments go unnoticed.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515600" cy="96012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879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🚑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3736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Emergency Response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emergency calls waste precious minutes when every second counts.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257800"/>
            <a:ext cx="10515600" cy="96012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309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37360" y="5303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Health Records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5696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data is scattered across facilities, making holistic care difficult.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2/14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is an all-in-one intelligent healthcare platform that provides real-time monitoring, instant doctor access, and automatic emergency response — accessible 24/7 from any device.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303520" cy="1554480"/>
          </a:xfrm>
          <a:prstGeom prst="rect">
            <a:avLst>
              <a:gd name="adj" fmla="val 705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834640"/>
            <a:ext cx="5486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🩺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Doctor Support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34747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Video, chat, and in-person consultations with certified physicians available around the clock.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2834640"/>
            <a:ext cx="5303520" cy="1554480"/>
          </a:xfrm>
          <a:prstGeom prst="rect">
            <a:avLst>
              <a:gd name="adj" fmla="val 705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834640"/>
            <a:ext cx="548640" cy="36576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0664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Body Monitoring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06640" y="34747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heart rate, SpO₂, temperature, BP, glucose, and respiration with live dashboards.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663440"/>
            <a:ext cx="5303520" cy="1554480"/>
          </a:xfrm>
          <a:prstGeom prst="rect">
            <a:avLst>
              <a:gd name="adj" fmla="val 705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663440"/>
            <a:ext cx="5486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46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37360" y="4846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Emergency Response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53035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critical vitals and auto-alerts ambulance, emergency contacts, and on-call doctors.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4663440"/>
            <a:ext cx="5303520" cy="1554480"/>
          </a:xfrm>
          <a:prstGeom prst="rect">
            <a:avLst>
              <a:gd name="adj" fmla="val 705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4663440"/>
            <a:ext cx="54864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846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406640" y="4846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Health Insights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06640" y="53035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analytics detect patterns and anomalies for proactive health recommendations.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3/14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10515600" cy="685800"/>
          </a:xfrm>
          <a:prstGeom prst="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" cy="685800"/>
          </a:xfrm>
          <a:prstGeom prst="rect">
            <a:avLst>
              <a:gd name="adj" fmla="val 50000"/>
            </a:avLst>
          </a:prstGeom>
          <a:solidFill>
            <a:srgbClr val="1E90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874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HTML5, CSS3, Bootstrap 5, JavaScript (ES6+), Chart.js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515600" cy="685800"/>
          </a:xfrm>
          <a:prstGeom prst="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54864" cy="68580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697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Node.js, Express.js, Socket.IO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515600" cy="685800"/>
          </a:xfrm>
          <a:prstGeom prst="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74720"/>
            <a:ext cx="54864" cy="68580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520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with Mongoose ODM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10515600" cy="685800"/>
          </a:xfrm>
          <a:prstGeom prst="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97680"/>
            <a:ext cx="54864" cy="685800"/>
          </a:xfrm>
          <a:prstGeom prst="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4343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43434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for live vitals and emergency alerts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120640"/>
            <a:ext cx="10515600" cy="685800"/>
          </a:xfrm>
          <a:prstGeom prst="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120640"/>
            <a:ext cx="54864" cy="685800"/>
          </a:xfrm>
          <a:prstGeom prst="rect">
            <a:avLst>
              <a:gd name="adj" fmla="val 50000"/>
            </a:avLst>
          </a:prstGeom>
          <a:solidFill>
            <a:srgbClr val="FF4757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45920" y="5166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5166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(JSON Web Tokens) + bcryptjs password hashing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943600"/>
            <a:ext cx="10515600" cy="685800"/>
          </a:xfrm>
          <a:prstGeom prst="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943600"/>
            <a:ext cx="54864" cy="68580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5989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🛠️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645920" y="5989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5989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Morgan logging, CORS, express-validator, Nodemailer, dotenv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4/14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0"/>
            <a:ext cx="3657600" cy="502920"/>
          </a:xfrm>
          <a:prstGeom prst="rect">
            <a:avLst>
              <a:gd name="adj" fmla="val 14545"/>
            </a:avLst>
          </a:prstGeom>
          <a:solidFill>
            <a:srgbClr val="1E90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(Client)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3657600" cy="3657600"/>
          </a:xfrm>
          <a:prstGeom prst="rect">
            <a:avLst>
              <a:gd name="adj" fmla="val 2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index.html — Landing Page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dashboard.html — Patient Dashboard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app.js — Landing Logic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dashboard.js — Dashboard Logic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style.css — Custom Styles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Chart.js — Data Visualization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3657600" cy="502920"/>
          </a:xfrm>
          <a:prstGeom prst="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(Server)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2331720"/>
            <a:ext cx="3657600" cy="3657600"/>
          </a:xfrm>
          <a:prstGeom prst="rect">
            <a:avLst>
              <a:gd name="adj" fmla="val 2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server.js — Express + Socket.IO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routes/auth.js — Authentication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routes/health.js — Vitals 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routes/appointments.js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routes/emergency.js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80560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routes/chat.js &amp; prescriptions.js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0" y="1828800"/>
            <a:ext cx="3657600" cy="502920"/>
          </a:xfrm>
          <a:prstGeom prst="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Services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2331720"/>
            <a:ext cx="3657600" cy="3657600"/>
          </a:xfrm>
          <a:prstGeom prst="rect">
            <a:avLst>
              <a:gd name="adj" fmla="val 2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MongoDB (Mongoose ODM)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User Model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HealthData Model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Appointment Model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EmergencyAlert Model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12480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Prescription Model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92608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◀─── REST API / Socket.IO ───▶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5/14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10972800" cy="4754880"/>
          </a:xfrm>
          <a:prstGeom prst="rect">
            <a:avLst>
              <a:gd name="adj" fmla="val 2308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healthconnect/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1961388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server.js                    Main Express + Socket.IO server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               Dependencies &amp; scripts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318004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                         Environment variables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496312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674620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database.js            MongoDB connection config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2852928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031236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User.js                   User/patient schema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3209544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HealthData.js          Vitals data schema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3387852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Appointment.js       Appointment schema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EmergencyAlert.js   Emergency alert schema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3744468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Prescription.js        Prescription schema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3922776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routes/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4101084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auth.js                    Register, Login, Profile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4279392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health.js                 Submit &amp; retrieve vitals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4457700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appointments.js     Book &amp; manage appointments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4636008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emergency.js          Trigger &amp; track emergencies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4814316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chat.js                     AI-powered chat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4992624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prescriptions.js      Manage prescriptions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5170932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public/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5349240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index.html               Landing page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" y="5527548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dashboard.html        Patient dashboard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5705856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css/style.css            Custom styles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" y="5884164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js/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" y="6062472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app.js                  Landing page JS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" y="6240780"/>
            <a:ext cx="10058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dashboard.js       Dashboard JS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6/14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91640"/>
            <a:ext cx="10515600" cy="320040"/>
          </a:xfrm>
          <a:prstGeom prst="rect">
            <a:avLst>
              <a:gd name="adj" fmla="val 17143"/>
            </a:avLst>
          </a:prstGeom>
          <a:solidFill>
            <a:srgbClr val="1E90F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2057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new user account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&amp; get JWT token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current user profile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10515600" cy="320040"/>
          </a:xfrm>
          <a:prstGeom prst="rect">
            <a:avLst>
              <a:gd name="adj" fmla="val 17143"/>
            </a:avLst>
          </a:prstGeom>
          <a:solidFill>
            <a:srgbClr val="22C55E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17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Monitoring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383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/api/health/vitals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health readings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/api/health/vitals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historical readings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5448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/api/health/latest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latest reading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343400"/>
            <a:ext cx="10515600" cy="320040"/>
          </a:xfrm>
          <a:prstGeom prst="rect">
            <a:avLst>
              <a:gd name="adj" fmla="val 17143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343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5448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an appointment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4983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5448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4983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user appointments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5257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5448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/api/appointments/:id/cancel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 appointment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5669280"/>
            <a:ext cx="10515600" cy="320040"/>
          </a:xfrm>
          <a:prstGeom prst="rect">
            <a:avLst>
              <a:gd name="adj" fmla="val 17143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669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6035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554480" y="6035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/api/emergency/alert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6035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emergency alert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4400" y="6309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5448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/api/emergency/history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alert history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55448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/api/emergency/:id/resolve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 an alert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7/14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Models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0"/>
            <a:ext cx="2148840" cy="457200"/>
          </a:xfrm>
          <a:prstGeom prst="rect">
            <a:avLst>
              <a:gd name="adj" fmla="val 16000"/>
            </a:avLst>
          </a:prstGeom>
          <a:solidFill>
            <a:srgbClr val="1E90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148840" cy="3200400"/>
          </a:xfrm>
          <a:prstGeom prst="rect">
            <a:avLst>
              <a:gd name="adj" fmla="val 3404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fullName, email, phone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password (bcrypt hashed)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bloodGroup, dateOfBirth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role (patient/doctor/admin)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emergencyContact {name, phone, relation}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1828800"/>
            <a:ext cx="2148840" cy="457200"/>
          </a:xfrm>
          <a:prstGeom prst="rect">
            <a:avLst>
              <a:gd name="adj" fmla="val 16000"/>
            </a:avLst>
          </a:prstGeom>
          <a:solidFill>
            <a:srgbClr val="FF4757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828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💓 HealthData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2286000"/>
            <a:ext cx="2148840" cy="3200400"/>
          </a:xfrm>
          <a:prstGeom prst="rect">
            <a:avLst>
              <a:gd name="adj" fmla="val 3404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userId (ref: User)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8892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heartRate, oxygenSaturation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88920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temperature, bloodPressure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88920" y="4114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bloodGlucose, respiratoryRate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88920" y="4663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weight, timestamp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0" y="1828800"/>
            <a:ext cx="2148840" cy="457200"/>
          </a:xfrm>
          <a:prstGeom prst="rect">
            <a:avLst>
              <a:gd name="adj" fmla="val 16000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828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Appointment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286000"/>
            <a:ext cx="2148840" cy="3200400"/>
          </a:xfrm>
          <a:prstGeom prst="rect">
            <a:avLst>
              <a:gd name="adj" fmla="val 3404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userId (ref: User)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2064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doctorName, specialty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20640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type (video/chat/in-person)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4114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scheduledAt, status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20640" y="4663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symptoms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60920" y="1828800"/>
            <a:ext cx="2148840" cy="457200"/>
          </a:xfrm>
          <a:prstGeom prst="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1828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EmergencyAlert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60920" y="2286000"/>
            <a:ext cx="2148840" cy="3200400"/>
          </a:xfrm>
          <a:prstGeom prst="rect">
            <a:avLst>
              <a:gd name="adj" fmla="val 3404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userId (ref: User)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5236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type, severity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452360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triggeredBy (auto/manual)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52360" y="4114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location {lat, lng}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52360" y="4663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status, resolvedAt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692640" y="1828800"/>
            <a:ext cx="2148840" cy="457200"/>
          </a:xfrm>
          <a:prstGeom prst="rect">
            <a:avLst>
              <a:gd name="adj" fmla="val 16000"/>
            </a:avLst>
          </a:prstGeom>
          <a:solidFill>
            <a:srgbClr val="A855F7"/>
          </a:solidFill>
          <a:ln/>
        </p:spPr>
      </p:sp>
      <p:sp>
        <p:nvSpPr>
          <p:cNvPr id="37" name="Text 35"/>
          <p:cNvSpPr/>
          <p:nvPr/>
        </p:nvSpPr>
        <p:spPr>
          <a:xfrm>
            <a:off x="9692640" y="1828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💊 Prescription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92640" y="2286000"/>
            <a:ext cx="2148840" cy="3200400"/>
          </a:xfrm>
          <a:prstGeom prst="rect">
            <a:avLst>
              <a:gd name="adj" fmla="val 3404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userId (ref: User)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78408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medication, dosage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784080" y="3566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frequency, duration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784080" y="4114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prescribedBy, notes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784080" y="4663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isActive, createdAt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8/14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Security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0"/>
            <a:ext cx="2651760" cy="3200400"/>
          </a:xfrm>
          <a:prstGeom prst="rect">
            <a:avLst>
              <a:gd name="adj" fmla="val 4138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965960"/>
            <a:ext cx="548640" cy="54864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submits fullName, email, phone, password.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hashed with bcryptjs (12 salt rounds).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token generated and returned.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51760" cy="3200400"/>
          </a:xfrm>
          <a:prstGeom prst="rect">
            <a:avLst>
              <a:gd name="adj" fmla="val 4138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659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0632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provides email + password + role.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 login requires Medical Licence No.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login requires Access Code.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51760" cy="3200400"/>
          </a:xfrm>
          <a:prstGeom prst="rect">
            <a:avLst>
              <a:gd name="adj" fmla="val 4138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9659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stored in localStorage.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 via Authorization: Bearer header.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protected routes validate token.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98280" y="1828800"/>
            <a:ext cx="2651760" cy="3200400"/>
          </a:xfrm>
          <a:prstGeom prst="rect">
            <a:avLst>
              <a:gd name="adj" fmla="val 4138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04120" y="196596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41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30632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roles: Patient, Doctor, Admin.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role has dedicated dashboard.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Role-specific API authorization.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1247120" cy="640080"/>
          </a:xfrm>
          <a:prstGeom prst="rect">
            <a:avLst>
              <a:gd name="adj" fmla="val 14286"/>
            </a:avLst>
          </a:prstGeom>
          <a:solidFill>
            <a:srgbClr val="111827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349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bcryptjs password hashing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5349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JWT token authentication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5349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express-validator input validation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5349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CORS enabled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0" y="5349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Environment variables for secrets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9/14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Socket.IO for instant bidirectional communication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515600" cy="731520"/>
          </a:xfrm>
          <a:prstGeom prst="rect">
            <a:avLst>
              <a:gd name="adj" fmla="val 125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54864" cy="73152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user:join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→ Server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connects and joins their personal room for targeted notifications.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10515600" cy="731520"/>
          </a:xfrm>
          <a:prstGeom prst="rect">
            <a:avLst>
              <a:gd name="adj" fmla="val 125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54680"/>
            <a:ext cx="54864" cy="7315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vitals:update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→ Server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3246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live vital readings. If critical, server broadcasts emergency alert to all clients.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10515600" cy="731520"/>
          </a:xfrm>
          <a:prstGeom prst="rect">
            <a:avLst>
              <a:gd name="adj" fmla="val 125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023360"/>
            <a:ext cx="54864" cy="73152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alert:critical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→ All Clients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Broadcasts critical vital alert with userId, vitals data, and timestamp.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892040"/>
            <a:ext cx="10515600" cy="731520"/>
          </a:xfrm>
          <a:prstGeom prst="rect">
            <a:avLst>
              <a:gd name="adj" fmla="val 125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89204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937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emergency:triggered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→ Server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4983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or auto SOS trigger. Server broadcasts to all connected medical staff.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760720"/>
            <a:ext cx="10515600" cy="731520"/>
          </a:xfrm>
          <a:prstGeom prst="rect">
            <a:avLst>
              <a:gd name="adj" fmla="val 125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76072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806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vitals:confirmed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6126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→ Client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0" y="5852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Acknowledges successful receipt of vitals data from the client.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10/14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Response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2148840" cy="2926080"/>
          </a:xfrm>
          <a:prstGeom prst="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Vital Detected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 rate &gt; 140, SpO₂ &lt; 90%,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manual SOS trigger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97480" y="2011680"/>
            <a:ext cx="2148840" cy="2926080"/>
          </a:xfrm>
          <a:prstGeom prst="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88920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Created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33375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EmergencyAlert saved to MongoDB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location, severity, timestamp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2011680"/>
            <a:ext cx="2148840" cy="2926080"/>
          </a:xfrm>
          <a:prstGeom prst="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120640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Broadcast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3375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alert sent to all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 clients instantly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60920" y="2011680"/>
            <a:ext cx="2148840" cy="2926080"/>
          </a:xfrm>
          <a:prstGeom prst="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🚑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452360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Notified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2360" y="33375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Ambulance (108), Emergency (112),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On-call doctor alerted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92640" y="2011680"/>
            <a:ext cx="2148840" cy="2926080"/>
          </a:xfrm>
          <a:prstGeom prst="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784080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Contacts Alerted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84080" y="33375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SMS/Call to emergency contacts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location &amp; vital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303520"/>
            <a:ext cx="11247120" cy="731520"/>
          </a:xfrm>
          <a:prstGeom prst="rect">
            <a:avLst>
              <a:gd name="adj" fmla="val 12500"/>
            </a:avLst>
          </a:prstGeom>
          <a:solidFill>
            <a:srgbClr val="111827"/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349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Ambulance: 108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5349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Emergency: 112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5349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Police: 100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5349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Connect: 1800-HC-HELP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11/14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73736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score, HR chart, upcoming appointments, medication schedule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Vitals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monitoring with auto/manual logging and alert banners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1228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Book, view, cancel appointments with video call integration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98280" y="173736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9264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7-day health summaries with downloadable PDF reports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medications, mark taken, manage schedules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329184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3192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prescriptions from doctors, dosage &amp; duration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29184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🩺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1228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doctors by specialty, check availability, consult now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98280" y="329184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69264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3544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contextual health chat with conversation history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84632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51560" y="4937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" y="53949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 alerts, appointment reminders, medication schedules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37560" y="484632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📹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931920" y="4937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Calls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74720" y="53949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Draggable, resizable video window with in-call chat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484632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812280" y="4937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55080" y="53949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and update personal info, emergency contacts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098280" y="4846320"/>
            <a:ext cx="2697480" cy="1325880"/>
          </a:xfrm>
          <a:prstGeom prst="rect">
            <a:avLst>
              <a:gd name="adj" fmla="val 6897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692640" y="4937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235440" y="53949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Preferences, notification toggles, account management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12/14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31520" cy="45720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0"/>
            <a:ext cx="3566160" cy="3840480"/>
          </a:xfrm>
          <a:prstGeom prst="rect">
            <a:avLst>
              <a:gd name="adj" fmla="val 3846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90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Your Profile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up with your health details, medical history, and emergency contacts in under 2 minutes. Supports patient, doctor, and admin roles.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566160" cy="3840480"/>
          </a:xfrm>
          <a:prstGeom prst="rect">
            <a:avLst>
              <a:gd name="adj" fmla="val 3846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94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AA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⌚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Your Device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43891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your wearable or manually input vitals. We support all major health monitoring devices. Real-time data streams via Socket.IO.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566160" cy="3840480"/>
          </a:xfrm>
          <a:prstGeom prst="rect">
            <a:avLst>
              <a:gd name="adj" fmla="val 3846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194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41248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Protected 24/7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43891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system monitors continuously. Critical vital changes trigger automatic emergency alerts, doctor notifications, and ambulance dispatch.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13/14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D4AA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E90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394960" y="3337560"/>
            <a:ext cx="1371600" cy="54864"/>
          </a:xfrm>
          <a:prstGeom prst="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56616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— Your Health, Always Connected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420624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Node.js  •  Express  •  MongoDB  •  Socket.IO  •  Chart.js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846320"/>
            <a:ext cx="5760720" cy="1097280"/>
          </a:xfrm>
          <a:prstGeom prst="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484632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 healthconnect@support.com   |   🌐  healthconnect.app   |   📞  1800-HC-HELP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Connect  •  14/14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Health Connect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Connect – 24/7 Medical Support Platform</dc:title>
  <dc:subject>Project Presentation</dc:subject>
  <dc:creator>Health Connect Team</dc:creator>
  <cp:lastModifiedBy>Health Connect Team</cp:lastModifiedBy>
  <cp:revision>1</cp:revision>
  <dcterms:created xsi:type="dcterms:W3CDTF">2026-04-09T21:03:34Z</dcterms:created>
  <dcterms:modified xsi:type="dcterms:W3CDTF">2026-04-09T21:03:34Z</dcterms:modified>
</cp:coreProperties>
</file>